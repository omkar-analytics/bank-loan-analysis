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9" r:id="rId3"/>
    <p:sldId id="266" r:id="rId4"/>
    <p:sldId id="270" r:id="rId5"/>
    <p:sldId id="271" r:id="rId6"/>
    <p:sldId id="256" r:id="rId7"/>
    <p:sldId id="257" r:id="rId8"/>
    <p:sldId id="258" r:id="rId9"/>
    <p:sldId id="261" r:id="rId10"/>
    <p:sldId id="262" r:id="rId11"/>
    <p:sldId id="263" r:id="rId12"/>
    <p:sldId id="264" r:id="rId13"/>
    <p:sldId id="259" r:id="rId14"/>
    <p:sldId id="27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mkar salunke" userId="49b4433335d9beca" providerId="LiveId" clId="{D76AEC46-BB16-4D8E-93AE-4CA436D8F534}"/>
    <pc:docChg chg="custSel delSld modSld">
      <pc:chgData name="omkar salunke" userId="49b4433335d9beca" providerId="LiveId" clId="{D76AEC46-BB16-4D8E-93AE-4CA436D8F534}" dt="2026-03-29T14:13:09.076" v="351" actId="1076"/>
      <pc:docMkLst>
        <pc:docMk/>
      </pc:docMkLst>
      <pc:sldChg chg="addSp delSp modSp mod setBg">
        <pc:chgData name="omkar salunke" userId="49b4433335d9beca" providerId="LiveId" clId="{D76AEC46-BB16-4D8E-93AE-4CA436D8F534}" dt="2026-03-29T14:12:06.302" v="277" actId="1076"/>
        <pc:sldMkLst>
          <pc:docMk/>
          <pc:sldMk cId="4022926839" sldId="256"/>
        </pc:sldMkLst>
        <pc:picChg chg="add mod">
          <ac:chgData name="omkar salunke" userId="49b4433335d9beca" providerId="LiveId" clId="{D76AEC46-BB16-4D8E-93AE-4CA436D8F534}" dt="2026-03-29T14:12:06.302" v="277" actId="1076"/>
          <ac:picMkLst>
            <pc:docMk/>
            <pc:sldMk cId="4022926839" sldId="256"/>
            <ac:picMk id="3" creationId="{3E5B7F99-55B1-ADC0-C007-C5C18D37B451}"/>
          </ac:picMkLst>
        </pc:picChg>
        <pc:picChg chg="del">
          <ac:chgData name="omkar salunke" userId="49b4433335d9beca" providerId="LiveId" clId="{D76AEC46-BB16-4D8E-93AE-4CA436D8F534}" dt="2026-03-29T14:10:51.899" v="230" actId="21"/>
          <ac:picMkLst>
            <pc:docMk/>
            <pc:sldMk cId="4022926839" sldId="256"/>
            <ac:picMk id="8" creationId="{D0964A68-B481-FDBC-FBB9-52425E65C659}"/>
          </ac:picMkLst>
        </pc:picChg>
        <pc:picChg chg="del">
          <ac:chgData name="omkar salunke" userId="49b4433335d9beca" providerId="LiveId" clId="{D76AEC46-BB16-4D8E-93AE-4CA436D8F534}" dt="2026-03-29T14:11:11.404" v="235" actId="478"/>
          <ac:picMkLst>
            <pc:docMk/>
            <pc:sldMk cId="4022926839" sldId="256"/>
            <ac:picMk id="9" creationId="{61182BE8-DA25-2F0A-6FC9-D781928C7BD4}"/>
          </ac:picMkLst>
        </pc:picChg>
      </pc:sldChg>
      <pc:sldChg chg="addSp delSp modSp mod setBg">
        <pc:chgData name="omkar salunke" userId="49b4433335d9beca" providerId="LiveId" clId="{D76AEC46-BB16-4D8E-93AE-4CA436D8F534}" dt="2026-03-29T14:12:44.566" v="315" actId="1076"/>
        <pc:sldMkLst>
          <pc:docMk/>
          <pc:sldMk cId="3679719717" sldId="257"/>
        </pc:sldMkLst>
        <pc:picChg chg="del">
          <ac:chgData name="omkar salunke" userId="49b4433335d9beca" providerId="LiveId" clId="{D76AEC46-BB16-4D8E-93AE-4CA436D8F534}" dt="2026-03-29T14:10:56.889" v="231" actId="21"/>
          <ac:picMkLst>
            <pc:docMk/>
            <pc:sldMk cId="3679719717" sldId="257"/>
            <ac:picMk id="3" creationId="{73AA4628-0EE3-7EC4-C370-2A0B2BE6484D}"/>
          </ac:picMkLst>
        </pc:picChg>
        <pc:picChg chg="del">
          <ac:chgData name="omkar salunke" userId="49b4433335d9beca" providerId="LiveId" clId="{D76AEC46-BB16-4D8E-93AE-4CA436D8F534}" dt="2026-03-29T14:11:07.495" v="234" actId="478"/>
          <ac:picMkLst>
            <pc:docMk/>
            <pc:sldMk cId="3679719717" sldId="257"/>
            <ac:picMk id="4" creationId="{DF94FEC7-38DB-BB24-114F-273EF90A7BB5}"/>
          </ac:picMkLst>
        </pc:picChg>
        <pc:picChg chg="add mod">
          <ac:chgData name="omkar salunke" userId="49b4433335d9beca" providerId="LiveId" clId="{D76AEC46-BB16-4D8E-93AE-4CA436D8F534}" dt="2026-03-29T14:12:44.566" v="315" actId="1076"/>
          <ac:picMkLst>
            <pc:docMk/>
            <pc:sldMk cId="3679719717" sldId="257"/>
            <ac:picMk id="7" creationId="{9C014C35-792F-744F-B512-5D5EFDA90B50}"/>
          </ac:picMkLst>
        </pc:picChg>
      </pc:sldChg>
      <pc:sldChg chg="addSp delSp modSp mod setBg">
        <pc:chgData name="omkar salunke" userId="49b4433335d9beca" providerId="LiveId" clId="{D76AEC46-BB16-4D8E-93AE-4CA436D8F534}" dt="2026-03-29T14:13:09.076" v="351" actId="1076"/>
        <pc:sldMkLst>
          <pc:docMk/>
          <pc:sldMk cId="3528695337" sldId="258"/>
        </pc:sldMkLst>
        <pc:picChg chg="add mod">
          <ac:chgData name="omkar salunke" userId="49b4433335d9beca" providerId="LiveId" clId="{D76AEC46-BB16-4D8E-93AE-4CA436D8F534}" dt="2026-03-29T14:13:09.076" v="351" actId="1076"/>
          <ac:picMkLst>
            <pc:docMk/>
            <pc:sldMk cId="3528695337" sldId="258"/>
            <ac:picMk id="3" creationId="{AE82C0D3-ECA9-0FF4-1DFA-CAD912CE5728}"/>
          </ac:picMkLst>
        </pc:picChg>
        <pc:picChg chg="del">
          <ac:chgData name="omkar salunke" userId="49b4433335d9beca" providerId="LiveId" clId="{D76AEC46-BB16-4D8E-93AE-4CA436D8F534}" dt="2026-03-29T14:11:01.207" v="232" actId="21"/>
          <ac:picMkLst>
            <pc:docMk/>
            <pc:sldMk cId="3528695337" sldId="258"/>
            <ac:picMk id="4" creationId="{A90D7939-6504-7430-B6E9-29AEB10BAE2E}"/>
          </ac:picMkLst>
        </pc:picChg>
        <pc:picChg chg="del">
          <ac:chgData name="omkar salunke" userId="49b4433335d9beca" providerId="LiveId" clId="{D76AEC46-BB16-4D8E-93AE-4CA436D8F534}" dt="2026-03-29T14:11:03.088" v="233" actId="478"/>
          <ac:picMkLst>
            <pc:docMk/>
            <pc:sldMk cId="3528695337" sldId="258"/>
            <ac:picMk id="7" creationId="{03BC04EE-8041-7D9D-CA19-298D68483000}"/>
          </ac:picMkLst>
        </pc:picChg>
      </pc:sldChg>
      <pc:sldChg chg="delSp modSp mod setBg">
        <pc:chgData name="omkar salunke" userId="49b4433335d9beca" providerId="LiveId" clId="{D76AEC46-BB16-4D8E-93AE-4CA436D8F534}" dt="2026-03-27T13:18:27.623" v="211" actId="14100"/>
        <pc:sldMkLst>
          <pc:docMk/>
          <pc:sldMk cId="639557344" sldId="259"/>
        </pc:sldMkLst>
        <pc:spChg chg="mod">
          <ac:chgData name="omkar salunke" userId="49b4433335d9beca" providerId="LiveId" clId="{D76AEC46-BB16-4D8E-93AE-4CA436D8F534}" dt="2026-03-27T13:18:27.623" v="211" actId="14100"/>
          <ac:spMkLst>
            <pc:docMk/>
            <pc:sldMk cId="639557344" sldId="259"/>
            <ac:spMk id="9" creationId="{64CDC267-C4AE-056C-B4A2-9F57B5EF2822}"/>
          </ac:spMkLst>
        </pc:spChg>
      </pc:sldChg>
      <pc:sldChg chg="delSp modSp mod setBg">
        <pc:chgData name="omkar salunke" userId="49b4433335d9beca" providerId="LiveId" clId="{D76AEC46-BB16-4D8E-93AE-4CA436D8F534}" dt="2026-03-27T13:13:02.969" v="30" actId="1076"/>
        <pc:sldMkLst>
          <pc:docMk/>
          <pc:sldMk cId="4288530246" sldId="260"/>
        </pc:sldMkLst>
        <pc:spChg chg="mod">
          <ac:chgData name="omkar salunke" userId="49b4433335d9beca" providerId="LiveId" clId="{D76AEC46-BB16-4D8E-93AE-4CA436D8F534}" dt="2026-03-27T13:12:56.713" v="26" actId="1076"/>
          <ac:spMkLst>
            <pc:docMk/>
            <pc:sldMk cId="4288530246" sldId="260"/>
            <ac:spMk id="13" creationId="{EFD37F5C-B498-7E9E-7268-B898BED7C5C1}"/>
          </ac:spMkLst>
        </pc:spChg>
        <pc:picChg chg="mod">
          <ac:chgData name="omkar salunke" userId="49b4433335d9beca" providerId="LiveId" clId="{D76AEC46-BB16-4D8E-93AE-4CA436D8F534}" dt="2026-03-27T13:13:02.969" v="30" actId="1076"/>
          <ac:picMkLst>
            <pc:docMk/>
            <pc:sldMk cId="4288530246" sldId="260"/>
            <ac:picMk id="16" creationId="{CA1D7C9D-9E08-9075-9F65-42DE06B424DF}"/>
          </ac:picMkLst>
        </pc:picChg>
      </pc:sldChg>
      <pc:sldChg chg="delSp mod setBg">
        <pc:chgData name="omkar salunke" userId="49b4433335d9beca" providerId="LiveId" clId="{D76AEC46-BB16-4D8E-93AE-4CA436D8F534}" dt="2026-03-27T13:18:39.559" v="212" actId="478"/>
        <pc:sldMkLst>
          <pc:docMk/>
          <pc:sldMk cId="2377672083" sldId="261"/>
        </pc:sldMkLst>
      </pc:sldChg>
      <pc:sldChg chg="delSp mod setBg">
        <pc:chgData name="omkar salunke" userId="49b4433335d9beca" providerId="LiveId" clId="{D76AEC46-BB16-4D8E-93AE-4CA436D8F534}" dt="2026-03-27T13:18:42.491" v="213" actId="478"/>
        <pc:sldMkLst>
          <pc:docMk/>
          <pc:sldMk cId="2188389533" sldId="262"/>
        </pc:sldMkLst>
      </pc:sldChg>
      <pc:sldChg chg="delSp mod setBg">
        <pc:chgData name="omkar salunke" userId="49b4433335d9beca" providerId="LiveId" clId="{D76AEC46-BB16-4D8E-93AE-4CA436D8F534}" dt="2026-03-27T13:18:45.711" v="214" actId="478"/>
        <pc:sldMkLst>
          <pc:docMk/>
          <pc:sldMk cId="1142964218" sldId="263"/>
        </pc:sldMkLst>
      </pc:sldChg>
      <pc:sldChg chg="delSp mod setBg">
        <pc:chgData name="omkar salunke" userId="49b4433335d9beca" providerId="LiveId" clId="{D76AEC46-BB16-4D8E-93AE-4CA436D8F534}" dt="2026-03-27T13:18:48.158" v="215" actId="478"/>
        <pc:sldMkLst>
          <pc:docMk/>
          <pc:sldMk cId="1865897694" sldId="264"/>
        </pc:sldMkLst>
      </pc:sldChg>
      <pc:sldChg chg="delSp modSp mod setBg">
        <pc:chgData name="omkar salunke" userId="49b4433335d9beca" providerId="LiveId" clId="{D76AEC46-BB16-4D8E-93AE-4CA436D8F534}" dt="2026-03-27T13:14:40.300" v="58"/>
        <pc:sldMkLst>
          <pc:docMk/>
          <pc:sldMk cId="3548737912" sldId="266"/>
        </pc:sldMkLst>
      </pc:sldChg>
      <pc:sldChg chg="delSp del mod setBg">
        <pc:chgData name="omkar salunke" userId="49b4433335d9beca" providerId="LiveId" clId="{D76AEC46-BB16-4D8E-93AE-4CA436D8F534}" dt="2026-03-29T14:07:23.930" v="219" actId="2696"/>
        <pc:sldMkLst>
          <pc:docMk/>
          <pc:sldMk cId="3454028527" sldId="267"/>
        </pc:sldMkLst>
      </pc:sldChg>
      <pc:sldChg chg="delSp del mod setBg">
        <pc:chgData name="omkar salunke" userId="49b4433335d9beca" providerId="LiveId" clId="{D76AEC46-BB16-4D8E-93AE-4CA436D8F534}" dt="2026-03-29T14:07:26.270" v="220" actId="2696"/>
        <pc:sldMkLst>
          <pc:docMk/>
          <pc:sldMk cId="2728010503" sldId="268"/>
        </pc:sldMkLst>
      </pc:sldChg>
      <pc:sldChg chg="delSp modSp mod setBg">
        <pc:chgData name="omkar salunke" userId="49b4433335d9beca" providerId="LiveId" clId="{D76AEC46-BB16-4D8E-93AE-4CA436D8F534}" dt="2026-03-27T13:13:55.260" v="51" actId="14100"/>
        <pc:sldMkLst>
          <pc:docMk/>
          <pc:sldMk cId="4039425389" sldId="269"/>
        </pc:sldMkLst>
        <pc:spChg chg="mod">
          <ac:chgData name="omkar salunke" userId="49b4433335d9beca" providerId="LiveId" clId="{D76AEC46-BB16-4D8E-93AE-4CA436D8F534}" dt="2026-03-27T13:13:55.260" v="51" actId="14100"/>
          <ac:spMkLst>
            <pc:docMk/>
            <pc:sldMk cId="4039425389" sldId="269"/>
            <ac:spMk id="4" creationId="{2526BBC7-AD07-89BE-CDAF-EF8C8ED20231}"/>
          </ac:spMkLst>
        </pc:spChg>
      </pc:sldChg>
      <pc:sldChg chg="delSp modSp mod setBg">
        <pc:chgData name="omkar salunke" userId="49b4433335d9beca" providerId="LiveId" clId="{D76AEC46-BB16-4D8E-93AE-4CA436D8F534}" dt="2026-03-27T13:15:22.024" v="64"/>
        <pc:sldMkLst>
          <pc:docMk/>
          <pc:sldMk cId="2190682535" sldId="270"/>
        </pc:sldMkLst>
      </pc:sldChg>
      <pc:sldChg chg="addSp delSp modSp mod setBg">
        <pc:chgData name="omkar salunke" userId="49b4433335d9beca" providerId="LiveId" clId="{D76AEC46-BB16-4D8E-93AE-4CA436D8F534}" dt="2026-03-29T14:09:10.544" v="229" actId="1076"/>
        <pc:sldMkLst>
          <pc:docMk/>
          <pc:sldMk cId="2559948971" sldId="271"/>
        </pc:sldMkLst>
        <pc:spChg chg="mod">
          <ac:chgData name="omkar salunke" userId="49b4433335d9beca" providerId="LiveId" clId="{D76AEC46-BB16-4D8E-93AE-4CA436D8F534}" dt="2026-03-27T13:15:40.744" v="77" actId="14100"/>
          <ac:spMkLst>
            <pc:docMk/>
            <pc:sldMk cId="2559948971" sldId="271"/>
            <ac:spMk id="3" creationId="{F2B21082-DB76-800E-F7F3-8336A6EA7FD6}"/>
          </ac:spMkLst>
        </pc:spChg>
        <pc:picChg chg="del">
          <ac:chgData name="omkar salunke" userId="49b4433335d9beca" providerId="LiveId" clId="{D76AEC46-BB16-4D8E-93AE-4CA436D8F534}" dt="2026-03-29T14:08:54.202" v="222" actId="21"/>
          <ac:picMkLst>
            <pc:docMk/>
            <pc:sldMk cId="2559948971" sldId="271"/>
            <ac:picMk id="4" creationId="{530262F7-0CF1-8814-2372-D74F015AA73E}"/>
          </ac:picMkLst>
        </pc:picChg>
        <pc:picChg chg="add mod">
          <ac:chgData name="omkar salunke" userId="49b4433335d9beca" providerId="LiveId" clId="{D76AEC46-BB16-4D8E-93AE-4CA436D8F534}" dt="2026-03-29T14:09:10.544" v="229" actId="1076"/>
          <ac:picMkLst>
            <pc:docMk/>
            <pc:sldMk cId="2559948971" sldId="271"/>
            <ac:picMk id="12" creationId="{FC0EA593-6B83-7C1C-1FD1-7AA91F266F43}"/>
          </ac:picMkLst>
        </pc:picChg>
      </pc:sldChg>
      <pc:sldChg chg="del setBg">
        <pc:chgData name="omkar salunke" userId="49b4433335d9beca" providerId="LiveId" clId="{D76AEC46-BB16-4D8E-93AE-4CA436D8F534}" dt="2026-03-27T13:17:07.266" v="94" actId="2696"/>
        <pc:sldMkLst>
          <pc:docMk/>
          <pc:sldMk cId="164178182" sldId="272"/>
        </pc:sldMkLst>
      </pc:sldChg>
      <pc:sldChg chg="delSp modSp mod setBg">
        <pc:chgData name="omkar salunke" userId="49b4433335d9beca" providerId="LiveId" clId="{D76AEC46-BB16-4D8E-93AE-4CA436D8F534}" dt="2026-03-27T13:18:00.545" v="194" actId="122"/>
        <pc:sldMkLst>
          <pc:docMk/>
          <pc:sldMk cId="2444031829" sldId="273"/>
        </pc:sldMkLst>
        <pc:spChg chg="mod">
          <ac:chgData name="omkar salunke" userId="49b4433335d9beca" providerId="LiveId" clId="{D76AEC46-BB16-4D8E-93AE-4CA436D8F534}" dt="2026-03-27T13:18:00.545" v="194" actId="122"/>
          <ac:spMkLst>
            <pc:docMk/>
            <pc:sldMk cId="2444031829" sldId="273"/>
            <ac:spMk id="2" creationId="{F2186767-6DBF-43ED-0334-E389A8026F75}"/>
          </ac:spMkLst>
        </pc:spChg>
        <pc:spChg chg="mod">
          <ac:chgData name="omkar salunke" userId="49b4433335d9beca" providerId="LiveId" clId="{D76AEC46-BB16-4D8E-93AE-4CA436D8F534}" dt="2026-03-27T13:17:48.135" v="192" actId="1076"/>
          <ac:spMkLst>
            <pc:docMk/>
            <pc:sldMk cId="2444031829" sldId="273"/>
            <ac:spMk id="5" creationId="{1D777C5A-2770-C97F-8953-E1F5A24DD56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CDBFA-3603-645A-9EB2-BF18E33B1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3B8327-55E4-1536-B4F6-FBD74A175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5BB0C-9460-BD86-EFB3-AB6659C26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C60DD-6F9A-8C55-2C9B-5C4E70AD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434C2-C539-549B-C05C-B98518AC5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248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1F88-B833-1200-D3CF-EE837B08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8CB8E-71BD-E0B3-64CF-7417B33BC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AA232-E33E-8A21-389D-F57473CF3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C86FC-555E-1772-0A31-2E81D8C84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83072-3545-FC11-E0FE-8FC24CF2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655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7C800-8FF8-1209-480E-6D31FB4B1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770BE-4704-DD13-E41C-FDF47C5AC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B303D-4232-4156-EED1-1723C75B0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DEFFC-4535-7746-363E-449CCC41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B1815-6E61-12F0-67C6-5391B7A7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1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973CA-2221-B6BA-247A-67888D17E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66AE0-2950-2E07-2ADF-40ECF430F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1802A0-C2B1-90B6-E2F4-4DA17A2E1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C01AE-CCB7-63D9-CBBB-F645B0F4E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62A61-4168-26CC-93B3-683820DD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4E477-B40D-8D3E-6DC2-1AC9B036F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288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65982-7856-A120-897F-D70473069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D52EB-C6C9-14DB-C39F-05A13FAA7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939C4-C3A8-5DC6-5A03-4E06E5BD6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451D85-6826-075A-E2DD-716FBE57BE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A66085-DC5D-ED87-50D6-6609036B9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8002D5-A8B9-4663-693D-13244095A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5C1A38-7DB7-27B3-EE2B-0FA8A1EA1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C0E241-9EDE-42DD-B32D-8D7A2595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82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3C722-C2C3-AD81-3B33-25237842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7C2B20-69F1-93CB-4468-49A7AC79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F5AEDF-21FC-20A9-A97C-010FF7361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A905B7-E5B8-FCA6-C612-AD126D9F0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290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5F24FB-A0D9-0867-6BDA-FAA10E8AF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FC46-75DF-0D30-C8E5-88F2C5361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C571C-B718-3EBF-2B95-85CEF876B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041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056D2-DEB1-30AE-51E1-EE91F66CA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EAE68-FA8B-41E2-E3FB-36A46A154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C4BCD-7C3D-22E6-24BE-7467A7592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3662B-AE05-9268-0E56-CD679C6B2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C6A849-17CD-A798-9990-6220B27F1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D7318-CA5C-54BF-3E83-9C376735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738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A8056-573E-5E0D-778E-4DE41CB98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A09817-F19E-6A4F-5FF8-2F3D3AAF11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0419C-229C-2594-B804-6EA900883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8213C-4F0F-7E55-13F1-BAAD40951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548F3-EEE0-2CB0-0510-48D1CC2F1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F2A5B8-D47F-A235-0038-FCFC9CC90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694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C7D78-8517-28DA-A27A-D8FFDBD25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0457C4-E215-0637-C3AF-8C3D1FCBF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02C78-9EFE-DF28-A614-944782ADB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652D1-928F-44A9-D700-AA5F4C04F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3B83E-DE60-62A4-DDC6-0166638EF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247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2510F1-7BC3-31D7-0266-19EAE7F797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19C68-55AF-AAF3-C65B-31A5C1D0E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AE636-CB51-D73D-DDB9-04342DEBA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BDAD9-6500-E41D-1CBB-7FC9126F6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68266-F247-C64C-3559-6A0C2444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88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916DC5-6480-E0BC-F1F7-D7E605F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5A303-F574-AA86-3F6C-B592CDEE8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35D02-92E6-CE42-BFE8-8029C2A42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89A56-B7BF-4EE2-A684-7373F14AFF3B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0A4AE-F6D4-1200-163D-1FE1D2E81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A569D-EF3A-0E41-7F3B-0EDD07E67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88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FD37F5C-B498-7E9E-7268-B898BED7C5C1}"/>
              </a:ext>
            </a:extLst>
          </p:cNvPr>
          <p:cNvSpPr txBox="1"/>
          <p:nvPr/>
        </p:nvSpPr>
        <p:spPr>
          <a:xfrm>
            <a:off x="2538833" y="2481928"/>
            <a:ext cx="684937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WORKBENCH</a:t>
            </a:r>
          </a:p>
        </p:txBody>
      </p:sp>
      <p:pic>
        <p:nvPicPr>
          <p:cNvPr id="16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CA1D7C9D-9E08-9075-9F65-42DE06B42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8266" y="4938527"/>
            <a:ext cx="1679450" cy="1761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1F6CB98-36C5-38E5-0DF0-29D3168418DC}"/>
              </a:ext>
            </a:extLst>
          </p:cNvPr>
          <p:cNvSpPr txBox="1"/>
          <p:nvPr/>
        </p:nvSpPr>
        <p:spPr>
          <a:xfrm>
            <a:off x="0" y="15764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chemeClr val="accent4">
                    <a:lumMod val="60000"/>
                    <a:lumOff val="40000"/>
                  </a:schemeClr>
                </a:solidFill>
                <a:latin typeface="Lato Black" panose="020F0A02020204030203" pitchFamily="34" charset="0"/>
              </a:rPr>
              <a:t>DATA ANALYST </a:t>
            </a:r>
            <a:r>
              <a:rPr lang="en-IN" sz="3600" dirty="0">
                <a:solidFill>
                  <a:schemeClr val="bg1"/>
                </a:solidFill>
                <a:latin typeface="Lato Black" panose="020F0A02020204030203" pitchFamily="34" charset="0"/>
              </a:rPr>
              <a:t>PORTFOLIO 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907EC3-CB54-081F-6806-59FB3EDC3F65}"/>
              </a:ext>
            </a:extLst>
          </p:cNvPr>
          <p:cNvSpPr txBox="1"/>
          <p:nvPr/>
        </p:nvSpPr>
        <p:spPr>
          <a:xfrm>
            <a:off x="475491" y="1102030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</a:p>
        </p:txBody>
      </p:sp>
    </p:spTree>
    <p:extLst>
      <p:ext uri="{BB962C8B-B14F-4D97-AF65-F5344CB8AC3E}">
        <p14:creationId xmlns:p14="http://schemas.microsoft.com/office/powerpoint/2010/main" val="4288530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2A3D0D-DDF0-B75E-2E66-13E023613410}"/>
              </a:ext>
            </a:extLst>
          </p:cNvPr>
          <p:cNvSpPr txBox="1"/>
          <p:nvPr/>
        </p:nvSpPr>
        <p:spPr>
          <a:xfrm>
            <a:off x="603850" y="1310135"/>
            <a:ext cx="1940943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WRITING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DF014E-E113-E267-1E2F-E2465BD5AC91}"/>
              </a:ext>
            </a:extLst>
          </p:cNvPr>
          <p:cNvSpPr txBox="1"/>
          <p:nvPr/>
        </p:nvSpPr>
        <p:spPr>
          <a:xfrm>
            <a:off x="2544794" y="1310135"/>
            <a:ext cx="1858993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QUERIES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26BBC7-AD07-89BE-CDAF-EF8C8ED20231}"/>
              </a:ext>
            </a:extLst>
          </p:cNvPr>
          <p:cNvSpPr txBox="1"/>
          <p:nvPr/>
        </p:nvSpPr>
        <p:spPr>
          <a:xfrm>
            <a:off x="2603736" y="119959"/>
            <a:ext cx="72921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WORKBENCH</a:t>
            </a:r>
          </a:p>
        </p:txBody>
      </p:sp>
      <p:pic>
        <p:nvPicPr>
          <p:cNvPr id="6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3E80D00F-6EA5-9A4C-EC8A-63F38E357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A6FD57-88FE-9417-94A8-05E1D5F38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902" y="2194639"/>
            <a:ext cx="11600196" cy="421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425389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B21A84-16ED-E315-0365-C99EA56D3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040" y="2042239"/>
            <a:ext cx="11600196" cy="42124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B2E6D4-5C36-6630-22D9-2DE480A57460}"/>
              </a:ext>
            </a:extLst>
          </p:cNvPr>
          <p:cNvSpPr txBox="1"/>
          <p:nvPr/>
        </p:nvSpPr>
        <p:spPr>
          <a:xfrm>
            <a:off x="219966" y="123823"/>
            <a:ext cx="1943416" cy="64633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FFFF00"/>
                </a:solidFill>
              </a:rPr>
              <a:t>SQL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6798A0-186C-3BE6-84AB-0BA49EB106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131" y="123823"/>
            <a:ext cx="434013" cy="584775"/>
          </a:xfrm>
          <a:prstGeom prst="rect">
            <a:avLst/>
          </a:prstGeom>
          <a:effectLst>
            <a:glow rad="63500">
              <a:schemeClr val="bg1">
                <a:alpha val="23000"/>
              </a:schemeClr>
            </a:glo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857CFF-1124-05A4-7DD1-784492F973DC}"/>
              </a:ext>
            </a:extLst>
          </p:cNvPr>
          <p:cNvSpPr txBox="1"/>
          <p:nvPr/>
        </p:nvSpPr>
        <p:spPr>
          <a:xfrm>
            <a:off x="552451" y="818455"/>
            <a:ext cx="11001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FIRING SQL QUERIES TO SOLVE THE BUSINESS PROBLEMS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B230D0-E6A4-BA14-A14A-48AC7409EDA1}"/>
              </a:ext>
            </a:extLst>
          </p:cNvPr>
          <p:cNvSpPr txBox="1"/>
          <p:nvPr/>
        </p:nvSpPr>
        <p:spPr>
          <a:xfrm>
            <a:off x="552451" y="1445736"/>
            <a:ext cx="1100137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400" b="1" dirty="0">
                <a:solidFill>
                  <a:srgbClr val="FFFF00"/>
                </a:solidFill>
              </a:rPr>
              <a:t>COMPARING RESULTS WITH POWER BI, TABLEAU and EXCEL</a:t>
            </a:r>
          </a:p>
        </p:txBody>
      </p:sp>
    </p:spTree>
    <p:extLst>
      <p:ext uri="{BB962C8B-B14F-4D97-AF65-F5344CB8AC3E}">
        <p14:creationId xmlns:p14="http://schemas.microsoft.com/office/powerpoint/2010/main" val="35487379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FD37F5C-B498-7E9E-7268-B898BED7C5C1}"/>
              </a:ext>
            </a:extLst>
          </p:cNvPr>
          <p:cNvSpPr txBox="1"/>
          <p:nvPr/>
        </p:nvSpPr>
        <p:spPr>
          <a:xfrm>
            <a:off x="2670913" y="3293972"/>
            <a:ext cx="68493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bg1"/>
                </a:solidFill>
                <a:latin typeface="Lato Black" panose="020F0A02020204030203" pitchFamily="34" charset="0"/>
              </a:rPr>
              <a:t>POWER BI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F6CB98-36C5-38E5-0DF0-29D3168418DC}"/>
              </a:ext>
            </a:extLst>
          </p:cNvPr>
          <p:cNvSpPr txBox="1"/>
          <p:nvPr/>
        </p:nvSpPr>
        <p:spPr>
          <a:xfrm>
            <a:off x="0" y="15764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B0F0"/>
                </a:solidFill>
                <a:latin typeface="Lato Black" panose="020F0A02020204030203" pitchFamily="34" charset="0"/>
              </a:rPr>
              <a:t>DATA ANALYST </a:t>
            </a:r>
            <a:r>
              <a:rPr lang="en-IN" sz="3600" dirty="0">
                <a:solidFill>
                  <a:schemeClr val="bg1"/>
                </a:solidFill>
                <a:latin typeface="Lato Black" panose="020F0A02020204030203" pitchFamily="34" charset="0"/>
              </a:rPr>
              <a:t>PORTFOLIO 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907EC3-CB54-081F-6806-59FB3EDC3F65}"/>
              </a:ext>
            </a:extLst>
          </p:cNvPr>
          <p:cNvSpPr txBox="1"/>
          <p:nvPr/>
        </p:nvSpPr>
        <p:spPr>
          <a:xfrm>
            <a:off x="475491" y="1102030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65E50B-F93A-78F0-AFD4-036E6BED0E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969" y="4399579"/>
            <a:ext cx="3619260" cy="203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6825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5492AE-9AD7-DEAB-9741-FFEB9D5B71D4}"/>
              </a:ext>
            </a:extLst>
          </p:cNvPr>
          <p:cNvSpPr txBox="1"/>
          <p:nvPr/>
        </p:nvSpPr>
        <p:spPr>
          <a:xfrm>
            <a:off x="436352" y="1232497"/>
            <a:ext cx="3471414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CONNECTING 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B21082-DB76-800E-F7F3-8336A6EA7FD6}"/>
              </a:ext>
            </a:extLst>
          </p:cNvPr>
          <p:cNvSpPr txBox="1"/>
          <p:nvPr/>
        </p:nvSpPr>
        <p:spPr>
          <a:xfrm>
            <a:off x="3914582" y="1235891"/>
            <a:ext cx="4701097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MS SQL WORKBENCH</a:t>
            </a:r>
          </a:p>
        </p:txBody>
      </p:sp>
      <p:pic>
        <p:nvPicPr>
          <p:cNvPr id="5" name="Picture 4" descr="Plugs connection outline symbol in a circle - Free interface icons">
            <a:extLst>
              <a:ext uri="{FF2B5EF4-FFF2-40B4-BE49-F238E27FC236}">
                <a16:creationId xmlns:a16="http://schemas.microsoft.com/office/drawing/2014/main" id="{D843DAAA-B6CB-2BDC-8B67-6C86E9DBE4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257"/>
          <a:stretch/>
        </p:blipFill>
        <p:spPr bwMode="auto">
          <a:xfrm>
            <a:off x="4675950" y="2246966"/>
            <a:ext cx="1631368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lugs connection outline symbol in a circle - Free interface icons">
            <a:extLst>
              <a:ext uri="{FF2B5EF4-FFF2-40B4-BE49-F238E27FC236}">
                <a16:creationId xmlns:a16="http://schemas.microsoft.com/office/drawing/2014/main" id="{E6AE5A0C-BEA4-521E-FE4C-84F4DDA317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27"/>
          <a:stretch/>
        </p:blipFill>
        <p:spPr bwMode="auto">
          <a:xfrm>
            <a:off x="5961956" y="2246966"/>
            <a:ext cx="1327880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1A663B-B474-C93D-79E3-4C1BA09D56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866" y="2863504"/>
            <a:ext cx="4095498" cy="230371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D6708C9-92D4-A8AB-D92C-7739A128687A}"/>
              </a:ext>
            </a:extLst>
          </p:cNvPr>
          <p:cNvGrpSpPr/>
          <p:nvPr/>
        </p:nvGrpSpPr>
        <p:grpSpPr>
          <a:xfrm>
            <a:off x="373261" y="119959"/>
            <a:ext cx="5164897" cy="830997"/>
            <a:chOff x="373261" y="119959"/>
            <a:chExt cx="5164897" cy="83099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05B791A-4265-ACD2-ED42-7D2A386E758E}"/>
                </a:ext>
              </a:extLst>
            </p:cNvPr>
            <p:cNvSpPr txBox="1"/>
            <p:nvPr/>
          </p:nvSpPr>
          <p:spPr>
            <a:xfrm>
              <a:off x="1508184" y="119959"/>
              <a:ext cx="402997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800" dirty="0">
                  <a:solidFill>
                    <a:srgbClr val="FFFF00"/>
                  </a:solidFill>
                  <a:latin typeface="Lato Black" panose="020F0A02020204030203" pitchFamily="34" charset="0"/>
                </a:rPr>
                <a:t>POWER BI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B691991-C41B-CFEF-7AEE-431CB4C11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3261" y="185235"/>
              <a:ext cx="1245234" cy="700444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FC0EA593-6B83-7C1C-1FD1-7AA91F266F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974" y="3127664"/>
            <a:ext cx="2496226" cy="211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9489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E5B7F99-55B1-ADC0-C007-C5C18D37B4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611" y="909224"/>
            <a:ext cx="9828000" cy="566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9268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014C35-792F-744F-B512-5D5EFDA90B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48" y="925404"/>
            <a:ext cx="9972000" cy="5746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7197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E82C0D3-ECA9-0FF4-1DFA-CAD912CE57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900" y="843801"/>
            <a:ext cx="9936000" cy="573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6953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71600"/>
            <a:ext cx="11835622" cy="5404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Performance Indicators (KPIs) Requirements:</a:t>
            </a:r>
            <a:endParaRPr lang="en-IN" sz="2400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800" b="1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Loan Applications:</a:t>
            </a:r>
            <a:r>
              <a:rPr lang="en-IN" sz="1800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need to calculate the total number of loan applications received during a specified period. Additionally, it is essential to monitor the Month-to-Date (MTD) Loan Applications and track changes Month-over-Month (MoM).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Funded Amount: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Understanding the total amount of funds disbursed as loans is crucial. We also want to keep an eye on the MTD Total Funded Amount and analyse the Month-over-Month (MoM) changes in this metric.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Amount Received: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Tracking the total amount received from borrowers is essential for assessing the bank's cash flow and loan repayment. We should analyse the Month-to-Date (MTD) Total Amount Received and observe the Month-over-Month (MoM) changes.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Interest Rate: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the average interest rate across all loans, MTD, and monitoring the Month-over-Month (MoM) variations in interest rates will provide insights into our lending portfolio's overall cost.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Debt-to-Income Ratio (DTI):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Evaluating the average DTI for our borrowers helps us gauge their financial health. We need to compute the average DTI for all loans, MTD, and track Month-over-Month (MoM) fluctuations.</a:t>
            </a:r>
          </a:p>
        </p:txBody>
      </p:sp>
    </p:spTree>
    <p:extLst>
      <p:ext uri="{BB962C8B-B14F-4D97-AF65-F5344CB8AC3E}">
        <p14:creationId xmlns:p14="http://schemas.microsoft.com/office/powerpoint/2010/main" val="23776720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08552" y="1381840"/>
            <a:ext cx="4981575" cy="249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v Bad Loan KPI’s</a:t>
            </a:r>
          </a:p>
          <a:p>
            <a:endParaRPr lang="en-IN" sz="1200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36B1B-46BC-47F8-6C86-7B04F62B2F7F}"/>
              </a:ext>
            </a:extLst>
          </p:cNvPr>
          <p:cNvSpPr txBox="1"/>
          <p:nvPr/>
        </p:nvSpPr>
        <p:spPr>
          <a:xfrm>
            <a:off x="7001874" y="1966615"/>
            <a:ext cx="4391025" cy="1911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340642-52BE-80AC-4C5E-F8F223F9BB8F}"/>
              </a:ext>
            </a:extLst>
          </p:cNvPr>
          <p:cNvSpPr txBox="1"/>
          <p:nvPr/>
        </p:nvSpPr>
        <p:spPr>
          <a:xfrm>
            <a:off x="228599" y="4159439"/>
            <a:ext cx="11572876" cy="202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Status Grid View</a:t>
            </a:r>
          </a:p>
          <a:p>
            <a:pPr algn="just">
              <a:spcAft>
                <a:spcPts val="800"/>
              </a:spcAft>
            </a:pPr>
            <a:r>
              <a:rPr lang="en-IN" sz="19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order to gain a comprehensive overview of our lending operations and monitor the performance of loans, we aim to create a grid view report categorized by 'Loan Status.’ By providing insights into metrics such as 'Total Loan Applications,' 'Total Funded Amount,' 'Total Amount Received,' 'Month-to-Date (MTD) Funded Amount,' 'MTD Amount Received,' 'Average Interest Rate,' and 'Average Debt-to-Income Ratio (DTI),' this grid view will empower us to make data-driven decisions and assess the health of our loan portfolio.</a:t>
            </a:r>
            <a:endParaRPr lang="en-IN" sz="19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3895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2: OVERVIEW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 Trends by Issue Date (Line Chart):  </a:t>
            </a:r>
            <a:r>
              <a:rPr lang="en-IN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IN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seasonality and long-term trends in lending activities</a:t>
            </a:r>
            <a:endParaRPr lang="en-IN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Regional Analysis by State (Filled Map</a:t>
            </a: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identify regions with significant lending activity and assess regional disparities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Term Analysis (Donut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allow the client to understand the distribution of loans across various term lengths.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 Length Analysis (Bar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lending metrics are distributed among borrowers with different employment lengths, helping us assess the impact of employment history on loan applications.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Purpose Breakdown (Bar Chart): </a:t>
            </a:r>
            <a:r>
              <a:rPr lang="en-IN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ill provide a visual breakdown of loan metrics based on the stated purposes of loans, aiding in the understanding of the primary reasons borrowers seek financing.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Home Ownership Analysis (Tree Map):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a hierarchical view of how home ownership impacts loan applications and disbursements.</a:t>
            </a:r>
            <a:endParaRPr lang="en-IN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b="1" i="1" u="sng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Metrics to be shown: 'Total Loan Applications,' 'Total Funded Amount,' and 'Total Amount Received'</a:t>
            </a:r>
          </a:p>
        </p:txBody>
      </p:sp>
    </p:spTree>
    <p:extLst>
      <p:ext uri="{BB962C8B-B14F-4D97-AF65-F5344CB8AC3E}">
        <p14:creationId xmlns:p14="http://schemas.microsoft.com/office/powerpoint/2010/main" val="11429642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3: DETAILS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GRID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Need for a comprehensive 'Details Dashboard' that provides a consolidated view of all the essential information within our loan data. This Details Dashboard aims to offer a holistic snapshot of key loan-related metrics and data points, enabling users to access critical information efficiently.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b="1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Objective:</a:t>
            </a:r>
            <a:endParaRPr lang="en-IN" sz="2000" b="1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primary objective of the Details Dashboard is to provide a comprehensive and user-friendly interface for accessing vital loan data. It will serve as a one-stop solution for users seeking detailed insights into our loan portfolio, borrower profiles, and loan performance.</a:t>
            </a:r>
            <a:endParaRPr lang="en-IN" sz="2000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800" b="1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8976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dirty="0"/>
              <a:t>FUNCTIONALITIES YOU WILL LEARN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646760-0DB5-6324-7B30-1D918A65A865}"/>
              </a:ext>
            </a:extLst>
          </p:cNvPr>
          <p:cNvSpPr txBox="1"/>
          <p:nvPr/>
        </p:nvSpPr>
        <p:spPr>
          <a:xfrm>
            <a:off x="1647825" y="1144432"/>
            <a:ext cx="290907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Creating Database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Creating Table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Select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Datename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Datepart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Cast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Decimal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Month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Hour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Quarter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Group by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Order by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Decimal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Limit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Count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Distinct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Partition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CDC267-C4AE-056C-B4A2-9F57B5EF2822}"/>
              </a:ext>
            </a:extLst>
          </p:cNvPr>
          <p:cNvSpPr txBox="1"/>
          <p:nvPr/>
        </p:nvSpPr>
        <p:spPr>
          <a:xfrm>
            <a:off x="1631335" y="767141"/>
            <a:ext cx="34588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Rockwell Extra Bold" panose="02060903040505020403" pitchFamily="18" charset="0"/>
              </a:rPr>
              <a:t>SQL – MS SQL WORKBENCH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141D8C-EC5D-22DE-B591-0E506E4E2BA6}"/>
              </a:ext>
            </a:extLst>
          </p:cNvPr>
          <p:cNvSpPr txBox="1"/>
          <p:nvPr/>
        </p:nvSpPr>
        <p:spPr>
          <a:xfrm>
            <a:off x="6400798" y="1140838"/>
            <a:ext cx="30480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Connecting to SQL Server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Cleaning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Modelling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Processing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Power Query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Date Tables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Time Intelligence </a:t>
            </a:r>
            <a:r>
              <a:rPr lang="en-IN" b="1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Func</a:t>
            </a:r>
            <a:endParaRPr lang="en-IN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Date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Text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Filter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Calculate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SUM/ SUMX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KPI’s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New Card Visual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Charts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Formatting visuals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Functions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Navigations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D39873-19FF-7E34-62AE-83E4D322A2EE}"/>
              </a:ext>
            </a:extLst>
          </p:cNvPr>
          <p:cNvSpPr txBox="1"/>
          <p:nvPr/>
        </p:nvSpPr>
        <p:spPr>
          <a:xfrm>
            <a:off x="6661925" y="767141"/>
            <a:ext cx="17867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FF00"/>
                </a:solidFill>
                <a:latin typeface="Rockwell Extra Bold" panose="02060903040505020403" pitchFamily="18" charset="0"/>
              </a:rPr>
              <a:t>POWER BI</a:t>
            </a:r>
          </a:p>
        </p:txBody>
      </p:sp>
    </p:spTree>
    <p:extLst>
      <p:ext uri="{BB962C8B-B14F-4D97-AF65-F5344CB8AC3E}">
        <p14:creationId xmlns:p14="http://schemas.microsoft.com/office/powerpoint/2010/main" val="6395573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pPr algn="ctr"/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SOFTWARE USED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777C5A-2770-C97F-8953-E1F5A24DD560}"/>
              </a:ext>
            </a:extLst>
          </p:cNvPr>
          <p:cNvSpPr txBox="1"/>
          <p:nvPr/>
        </p:nvSpPr>
        <p:spPr>
          <a:xfrm>
            <a:off x="2979564" y="1671735"/>
            <a:ext cx="8648700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MS OFFICE/ EXCEL: </a:t>
            </a:r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VERSION 2021</a:t>
            </a:r>
          </a:p>
          <a:p>
            <a:endParaRPr lang="en-IN" sz="2500" b="1" dirty="0">
              <a:solidFill>
                <a:schemeClr val="accent6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MY SQL WORKBENCH</a:t>
            </a:r>
            <a:endParaRPr lang="en-IN" sz="2500" b="1" dirty="0">
              <a:solidFill>
                <a:schemeClr val="accent6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  <a:p>
            <a:endParaRPr lang="en-IN" sz="2500" b="1" dirty="0">
              <a:solidFill>
                <a:schemeClr val="accent6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IN" sz="2500" b="1" dirty="0">
                <a:solidFill>
                  <a:srgbClr val="FFFF00"/>
                </a:solidFill>
                <a:latin typeface="Century Gothic" panose="020B0502020202020204" pitchFamily="34" charset="0"/>
              </a:rPr>
              <a:t>POWER BI</a:t>
            </a:r>
            <a:endParaRPr lang="en-IN" sz="2500" b="1" dirty="0">
              <a:solidFill>
                <a:schemeClr val="accent6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40318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</TotalTime>
  <Words>775</Words>
  <Application>Microsoft Office PowerPoint</Application>
  <PresentationFormat>Widescreen</PresentationFormat>
  <Paragraphs>105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Calibri Light</vt:lpstr>
      <vt:lpstr>Century Gothic</vt:lpstr>
      <vt:lpstr>Lato Black</vt:lpstr>
      <vt:lpstr>Rockwell Extra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omkar salunke</cp:lastModifiedBy>
  <cp:revision>12</cp:revision>
  <dcterms:created xsi:type="dcterms:W3CDTF">2023-10-07T01:44:58Z</dcterms:created>
  <dcterms:modified xsi:type="dcterms:W3CDTF">2026-03-29T14:13:11Z</dcterms:modified>
</cp:coreProperties>
</file>